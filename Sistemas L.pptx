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Inter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2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539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80824"/>
            <a:ext cx="13042821" cy="14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Sistemas L: Modelado Procedural y Matrices en Unity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472297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exploración técnica del modelado procedural aplicado a la generación de vegetación mediante gramáticas formales y manipulación directa del pipeline de renderizado en Unity.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1382"/>
            <a:ext cx="66865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¿Qué son los Sistemas L?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819876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Sistemas L son gramáticas formales desarrolladas por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Aristid Lindenmayer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1968 para modelar el crecimiento de plantas y organismos biológicos.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112657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 técnica matemática utiliza reglas de producción iterativas para generar estructuras complejas a partir de simples axiomas iniciales, simulando procesos de desarrollo biológico.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405438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computación, los Sistemas L se han convertido en una herramienta fundamental para el modelado procedural de vegetación y estructuras orgánicas.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9638943" y="4475559"/>
            <a:ext cx="420516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8883"/>
            <a:ext cx="8152805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 Gramática del Crecimiento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224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6" name="Text 3"/>
          <p:cNvSpPr/>
          <p:nvPr/>
        </p:nvSpPr>
        <p:spPr>
          <a:xfrm>
            <a:off x="1028224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Axioma Inicial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1028224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cadena de símbolos que representa la estructura base o estado inicial del sistema.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1396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1" name="Text 7"/>
          <p:cNvSpPr/>
          <p:nvPr/>
        </p:nvSpPr>
        <p:spPr>
          <a:xfrm>
            <a:off x="5451396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Reglas de Producción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5451396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Transformaciones que definen cómo cada símbolo se reemplaza en cada iteración del proceso.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874568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6" name="Text 11"/>
          <p:cNvSpPr/>
          <p:nvPr/>
        </p:nvSpPr>
        <p:spPr>
          <a:xfrm>
            <a:off x="9874568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Iteraciones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9874568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número de veces que se aplican las reglas, determinando la complejidad de la estructura final.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93790" y="596491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proceso iterativo permite generar estructuras fractales y ramificaciones que simulan el crecimiento natural de plantas y árboles.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10345"/>
            <a:ext cx="773965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 Símbolos a Geometría 3D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21581"/>
            <a:ext cx="323397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Concepto de 'Tortuga'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720465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interpretación gráfica utiliza un cursor móvil (tortuga) que ejecuta comandos basados en símbolos: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50343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'F' = Avanzar y dibujar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'[' = Guardar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']' = Restaurar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'+'/'-' = Rotar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12158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3D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72046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un entorno tridimensional, la tortuga mantiene estado de posición, rotación y escala, permitiendo generar geometría compleja con ramificaciones en múltiples ejes.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56987"/>
            <a:ext cx="1223605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Técnica: Matrices Manuales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185487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comprender profundamente el pipeline de renderizado, se implementaron manualmente las tres matrices fundamentales del sistema de coordenadas: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4270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6" name="Text 4"/>
          <p:cNvSpPr/>
          <p:nvPr/>
        </p:nvSpPr>
        <p:spPr>
          <a:xfrm>
            <a:off x="2721888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051084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Matrix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51084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 coordenadas locales del objeto al espacio mundial, aplicando traslación, rotación y escala.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7442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1" name="Text 9"/>
          <p:cNvSpPr/>
          <p:nvPr/>
        </p:nvSpPr>
        <p:spPr>
          <a:xfrm>
            <a:off x="7145060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5474256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View Matrix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5474256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Convierte del espacio mundial al espacio de vista, posicionando la escena desde la perspectiva de la cámara.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9640133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0613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568232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9897427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Projection Matrix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897427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 el espacio de vista al espacio de clip, aplicando perspectiva o proyección ortográfica.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93790" y="6245781"/>
            <a:ext cx="13042821" cy="1326713"/>
          </a:xfrm>
          <a:prstGeom prst="roundRect">
            <a:avLst>
              <a:gd name="adj" fmla="val 7181"/>
            </a:avLst>
          </a:prstGeom>
          <a:solidFill>
            <a:srgbClr val="B6D6FC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6589871"/>
            <a:ext cx="283488" cy="22681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30906" y="6529268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evitó usar las funciones automáticas de Unity para comprender el pipeline completo de transformación de vértices.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48351"/>
            <a:ext cx="855761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Optimización: Backface Culling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35958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Backface Culling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 una optimización que descarta caras no visibles de los objetos para mejorar el rendimiento del renderizado.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251252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geometría procedural, esto requiere calcular correctamente las normales de superficie en tiempo real.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359587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las normales de cada triángulo generado, asegurando que el culling funcione correctamente y manteniendo la eficiencia del renderizado.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69494"/>
            <a:ext cx="10317956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Geometría de Doble Cara: Cross-Plane</a:t>
            </a:r>
            <a:endParaRPr lang="en-US" sz="4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67382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604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Problema Inicial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1020604" y="4509611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geometría generada solo tenía caras visibles desde un lado, causando áreas oscuras o invisibles.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357" y="2867382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171" y="4001453"/>
            <a:ext cx="3893939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Cross-Plane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368171" y="4881682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generaron triángulos adicionales con normales invertidas, creando superficies visibles desde ambos lados.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924" y="2867382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738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</a:t>
            </a:r>
            <a:endParaRPr lang="en-US" sz="2300" dirty="0"/>
          </a:p>
        </p:txBody>
      </p:sp>
      <p:sp>
        <p:nvSpPr>
          <p:cNvPr id="11" name="Text 6"/>
          <p:cNvSpPr/>
          <p:nvPr/>
        </p:nvSpPr>
        <p:spPr>
          <a:xfrm>
            <a:off x="9715738" y="4509611"/>
            <a:ext cx="389393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Geometría completa con iluminación correcta desde cualquier ángulo de visión.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31839"/>
            <a:ext cx="772953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Manejo de Bounds y Cámara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64307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4241959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grandes extensiones procedurales, Unity puede recortar objetos que exceden los límites de la cámara, causando desaparición de geometría.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3643074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7599521" y="4241959"/>
            <a:ext cx="62447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dinámicamente los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Bounds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cada objeto generado, ajustando los parámetros de la cámara para evitar el recorte prematuro de geometría en grandes estructuras.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35825"/>
            <a:ext cx="84010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Resultados: Bosque Procedural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200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384578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Árboles Generados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3790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Vegetación procedural en un radio de 300 unidades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300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26681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Radio de Extensión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235893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Unidades de cobertura del bosque generado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100%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268783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Variación de Color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677995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Colores aleatorios aplicados a cada árbol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93790" y="5667970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sistema generó un bosque completo con variaciones de color aleatorias, demostrando la capacidad de los Sistemas L para crear diversidad visual en tiempo real.</a:t>
            </a:r>
            <a:endParaRPr lang="en-US" sz="17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4419" y="814113"/>
            <a:ext cx="12365950" cy="1488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0"/>
              </a:lnSpc>
              <a:buNone/>
            </a:pPr>
            <a:r>
              <a:rPr lang="en-US" sz="9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Bosque con Sistemas L</a:t>
            </a:r>
            <a:endParaRPr lang="en-US" sz="9350" dirty="0"/>
          </a:p>
        </p:txBody>
      </p:sp>
      <p:sp>
        <p:nvSpPr>
          <p:cNvPr id="3" name="Text 1"/>
          <p:cNvSpPr/>
          <p:nvPr/>
        </p:nvSpPr>
        <p:spPr>
          <a:xfrm>
            <a:off x="924419" y="247480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proyecto culmina con una demostración visual del render final, mostrando la generación procedural de vegetación utilizando gramáticas formales y manipulación directa del pipeline de renderizado en Unity.</a:t>
            </a:r>
            <a:endParaRPr lang="en-US" sz="1750" dirty="0"/>
          </a:p>
        </p:txBody>
      </p:sp>
      <p:pic>
        <p:nvPicPr>
          <p:cNvPr id="5" name="Bosque con Sistemas 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248758" y="3500594"/>
            <a:ext cx="7429500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30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648</Words>
  <Application>Microsoft Office PowerPoint</Application>
  <PresentationFormat>Personalizado</PresentationFormat>
  <Paragraphs>76</Paragraphs>
  <Slides>10</Slides>
  <Notes>10</Notes>
  <HiddenSlides>0</HiddenSlides>
  <MMClips>1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Inter</vt:lpstr>
      <vt:lpstr>Calibri</vt:lpstr>
      <vt:lpstr>Arial</vt:lpstr>
      <vt:lpstr>Petrona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lastModifiedBy>SIAG</cp:lastModifiedBy>
  <cp:revision>3</cp:revision>
  <dcterms:created xsi:type="dcterms:W3CDTF">2026-04-16T13:20:52Z</dcterms:created>
  <dcterms:modified xsi:type="dcterms:W3CDTF">2026-04-16T13:50:28Z</dcterms:modified>
</cp:coreProperties>
</file>